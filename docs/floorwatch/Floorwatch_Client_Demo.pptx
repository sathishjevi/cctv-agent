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thi\AppData\Local\Temp\claude\C--Product-CCTV-Agent\39cb66ce-e65a-4fdb-8b59-6b7cc4242e51\scratchpad\demo_deck\icons\eye_navy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8778240" y="274320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A38"/>
          </a:solidFill>
          <a:ln/>
        </p:spPr>
      </p:sp>
      <p:pic>
        <p:nvPicPr>
          <p:cNvPr id="4" name="Image 1" descr="C:\Users\sathi\AppData\Local\Temp\claude\C--Product-CCTV-Agent\39cb66ce-e65a-4fdb-8b59-6b7cc4242e51\scratchpad\demo_deck\icons\eye_navy.png">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8686800" y="2651760"/>
            <a:ext cx="4023360" cy="4023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FLOORWATCH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86868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Employee Coverage &amp; Effort Monitoring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868680" y="397764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DEMO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68680" y="5989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cameras you already own into real-time coverage intelligence — without storing a single new video.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have the cameras.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don't have the answers.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5" name="Image 0" descr="C:\Users\sathi\AppData\Local\Temp\claude\C--Product-CCTV-Agent\39cb66ce-e65a-4fdb-8b59-6b7cc4242e51\scratchpad\demo_deck\icons\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4054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3042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go unnoticed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66090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 sits empty for 20 minutes and nobody finds out until a customer complains.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9" name="Image 1" descr="C:\Users\sathi\AppData\Local\Temp\claude\C--Product-CCTV-Agent\39cb66ce-e65a-4fdb-8b59-6b7cc4242e51\scratchpad\demo_deck\icons\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63986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387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is invisible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89534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can’t be everywhere — there’s no way to see who’s actively working a task vs. idle, in real time.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3" name="Image 2" descr="C:\Users\sathi\AppData\Local\Temp\claude\C--Product-CCTV-Agent\39cb66ce-e65a-4fdb-8b59-6b7cc4242e51\scratchpad\demo_deck\icons\camer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4874301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7731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sits unused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512978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CCTV video are recorded and never reviewed unless something already went wrong.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pillars, one camera feed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06040"/>
            <a:ext cx="658368" cy="65836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6" name="Image 0" descr="C:\Users\sathi\AppData\Local\Temp\claude\C--Product-CCTV-Agent\39cb66ce-e65a-4fdb-8b59-6b7cc4242e51\scratchpad\demo_deck\icons\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988" y="2691628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74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instantly when a work zone is uncovered, with a tiered nudge → command → escalate response.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606040"/>
            <a:ext cx="658368" cy="65836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1" name="Image 1" descr="C:\Users\sathi\AppData\Local\Temp\claude\C--Product-CCTV-Agent\39cb66ce-e65a-4fdb-8b59-6b7cc4242e51\scratchpad\demo_deck\icons\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028" y="2691628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474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motion/activity signal shows active work vs. standing-still, tied to assigned tasks.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2860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606040"/>
            <a:ext cx="658368" cy="65836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6" name="Image 2" descr="C:\Users\sathi\AppData\Local\Temp\claude\C--Product-CCTV-Agent\39cb66ce-e65a-4fdb-8b59-6b7cc4242e51\scratchpad\demo_deck\icons\ch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068" y="2691628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474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124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supervisor chat plain-language questions about any shift — grounded, cited answers.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camera feed to supervisor alert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8803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132A52"/>
          </a:solidFill>
          <a:ln/>
        </p:spPr>
      </p:sp>
      <p:pic>
        <p:nvPicPr>
          <p:cNvPr id="5" name="Image 0" descr="C:\Users\sathi\AppData\Local\Temp\claude\C--Product-CCTV-Agent\39cb66ce-e65a-4fdb-8b59-6b7cc4242e51\scratchpad\demo_deck\icons\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313639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Source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4123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camera setup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21152" y="3593592"/>
            <a:ext cx="402336" cy="292608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9" name="Shape 6"/>
          <p:cNvSpPr/>
          <p:nvPr/>
        </p:nvSpPr>
        <p:spPr>
          <a:xfrm>
            <a:off x="3535680" y="28803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132A52"/>
          </a:solidFill>
          <a:ln/>
        </p:spPr>
      </p:sp>
      <p:pic>
        <p:nvPicPr>
          <p:cNvPr id="10" name="Image 1" descr="C:\Users\sathi\AppData\Local\Temp\claude\C--Product-CCTV-Agent\39cb66ce-e65a-4fdb-8b59-6b7cc4242e51\scratchpad\demo_deck\icons\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932" y="3136392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2712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627120" y="4123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+ motion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79592" y="3593592"/>
            <a:ext cx="402336" cy="292608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4" name="Shape 10"/>
          <p:cNvSpPr/>
          <p:nvPr/>
        </p:nvSpPr>
        <p:spPr>
          <a:xfrm>
            <a:off x="6294120" y="28803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132A52"/>
          </a:solidFill>
          <a:ln/>
        </p:spPr>
      </p:sp>
      <p:pic>
        <p:nvPicPr>
          <p:cNvPr id="15" name="Image 2" descr="C:\Users\sathi\AppData\Local\Temp\claude\C--Product-CCTV-Agent\39cb66ce-e65a-4fdb-8b59-6b7cc4242e51\scratchpad\demo_deck\icons\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372" y="3136392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556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85560" y="4123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logic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638032" y="3593592"/>
            <a:ext cx="402336" cy="292608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9" name="Shape 14"/>
          <p:cNvSpPr/>
          <p:nvPr/>
        </p:nvSpPr>
        <p:spPr>
          <a:xfrm>
            <a:off x="9052560" y="28803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132A52"/>
          </a:solidFill>
          <a:ln/>
        </p:spPr>
      </p:sp>
      <p:pic>
        <p:nvPicPr>
          <p:cNvPr id="20" name="Image 3" descr="C:\Users\sathi\AppData\Local\Temp\claude\C--Product-CCTV-Agent\39cb66ce-e65a-4fdb-8b59-6b7cc4242e51\scratchpad\demo_deck\icons\pho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5812" y="3136392"/>
            <a:ext cx="585216" cy="5852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144000" y="4123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alert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77240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events only — no new video is ever stored (see Privacy &amp; Security).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Tracking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zone polygons per camera track whether a station is actively staffed — and escalate automatically if it isn’t.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807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reminder after the configured grace period.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4564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767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instruction if the gap continues.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416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727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notified with full context.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23760" y="160020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132A52"/>
          </a:solidFill>
          <a:ln/>
        </p:spPr>
      </p:sp>
      <p:sp>
        <p:nvSpPr>
          <p:cNvPr id="18" name="Shape 16"/>
          <p:cNvSpPr/>
          <p:nvPr/>
        </p:nvSpPr>
        <p:spPr>
          <a:xfrm>
            <a:off x="7543800" y="196596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9" name="Image 0" descr="C:\Users\sathi\AppData\Local\Temp\claude\C--Product-CCTV-Agent\39cb66ce-e65a-4fdb-8b59-6b7cc4242e51\scratchpad\demo_deck\icons\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7501" y="2039661"/>
            <a:ext cx="419527" cy="41952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543800" y="2697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Zone-level, not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camera-level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543800" y="34290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is calibrated to the real work zones on your floor — concessions, box office, theater entries — not just "camera 3 sees motion."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543800" y="5029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timers &amp; throttling prevent alert fatigue.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Tracking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per-task motion/activity signal shows the difference between actively working and simply being present.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6" name="Image 0" descr="C:\Users\sathi\AppData\Local\Temp\claude\C--Product-CCTV-Agent\39cb66ce-e65a-4fdb-8b59-6b7cc4242e51\scratchpad\demo_deck\icons\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25799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496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signal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2807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active movement from standing still, in real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0" name="Image 1" descr="C:\Users\sathi\AppData\Local\Temp\claude\C--Product-CCTV-Agent\39cb66ce-e65a-4fdb-8b59-6b7cc4242e51\scratchpad\demo_deck\icons\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354010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456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lifecycle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25880" y="3767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task, track completion, flag a problem — all from the dashboard.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4" name="Image 2" descr="C:\Users\sathi\AppData\Local\Temp\claude\C--Product-CCTV-Agent\39cb66ce-e65a-4fdb-8b59-6b7cc4242e51\scratchpad\demo_deck\icons\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450022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416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windows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25880" y="4727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tolerance so short pauses never trigger a false flag.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223760" y="160020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49808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Card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98080" y="219456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680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— Concession Stand 2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680960" y="2724912"/>
            <a:ext cx="128016" cy="128016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2" name="Text 17"/>
          <p:cNvSpPr/>
          <p:nvPr/>
        </p:nvSpPr>
        <p:spPr>
          <a:xfrm>
            <a:off x="7882128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12 min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6809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Assigned: J. Ramirez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68096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15 min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49808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see this live — not a report the next morning.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Floorwatch, in plain English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chat assistant answers questions about any shift — grounded in real events, every answer cited back to its source.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858000" cy="3840480"/>
          </a:xfrm>
          <a:prstGeom prst="roundRect">
            <a:avLst>
              <a:gd name="adj" fmla="val 190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32A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51760"/>
            <a:ext cx="4023360" cy="502920"/>
          </a:xfrm>
          <a:prstGeom prst="roundRect">
            <a:avLst>
              <a:gd name="adj" fmla="val 50909"/>
            </a:avLst>
          </a:prstGeom>
          <a:solidFill>
            <a:srgbClr val="132A5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concessions covered during the 6–7pm rush?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3337560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347472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with one 6-minute gap at 6:42pm (Zone: Concession 1). A nudge was sent at 6:44pm and the zone was covered by 6:48pm. [shift log 6:40–6:50pm]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2560320"/>
            <a:ext cx="457200" cy="45720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1" name="Image 0" descr="C:\Users\sathi\AppData\Local\Temp\claude\C--Product-CCTV-Agent\39cb66ce-e65a-4fdb-8b59-6b7cc4242e51\scratchpad\demo_deck\icons\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76" y="2619756"/>
            <a:ext cx="338328" cy="3383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58200" y="25420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 cited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5820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traces back to a real logged event — never invented.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63840" y="3794760"/>
            <a:ext cx="457200" cy="45720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5" name="Image 1" descr="C:\Users\sathi\AppData\Local\Temp\claude\C--Product-CCTV-Agent\39cb66ce-e65a-4fdb-8b59-6b7cc4242e51\scratchpad\demo_deck\icons\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3854196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58200" y="37764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4582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can’t take actions — it only answers questions.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with the CCTV you already have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 can mix and match — different cameras can use different source types at the same site.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32A5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3916" y="265176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7" name="Image 0" descr="C:\Users\sathi\AppData\Local\Temp\claude\C--Product-CCTV-Agent\39cb66ce-e65a-4fdb-8b59-6b7cc4242e51\scratchpad\demo_deck\icons\wif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617" y="272546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NVR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9319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camera or NVR exposing a standard RTSP/ONVIF stream.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33172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32A5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4548" y="265176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2" name="Image 1" descr="C:\Users\sathi\AppData\Local\Temp\claude\C--Product-CCTV-Agent\39cb66ce-e65a-4fdb-8b59-6b7cc4242e51\scratchpad\demo_deck\icons\fold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249" y="272546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Folder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93592" y="39319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DVR/NVR that already writes recordings to disk.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81344" y="233172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32A5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55180" y="265176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7" name="Image 2" descr="C:\Users\sathi\AppData\Local\Temp\claude\C--Product-CCTV-Agent\39cb66ce-e65a-4fdb-8b59-6b7cc4242e51\scratchpad\demo_deck\icons\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881" y="2725461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18504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64224" y="39319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S3, Azure Blob Storage, or Google Cloud Storage.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51976" y="233172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32A5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25812" y="265176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22" name="Image 3" descr="C:\Users\sathi\AppData\Local\Temp\claude\C--Product-CCTV-Agent\39cb66ce-e65a-4fdb-8b59-6b7cc4242e51\scratchpad\demo_deck\icons\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513" y="2725461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89136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API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134856" y="39319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surveillance provider’s own platform and API.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806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to detection, coverage, or effort tracking — the source is just a plug-in.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protect employees, not just monitor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C:\Users\sathi\AppData\Local\Temp\claude\C--Product-CCTV-Agent\39cb66ce-e65a-4fdb-8b59-6b7cc4242e51\scratchpad\demo_deck\icons\camera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9339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837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video storage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61872" y="21488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structured events are kept — zone status, motion signal — never a second video archive.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18745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9" name="Image 1" descr="C:\Users\sathi\AppData\Local\Temp\claude\C--Product-CCTV-Agent\39cb66ce-e65a-4fdb-8b59-6b7cc4242e51\scratchpad\demo_deck\icons\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16" y="19339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48272" y="1837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Per-supervisor login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748272" y="21488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hashed passwords, role-based access — every dashboard sits behind real authentication.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2" descr="C:\Users\sathi\AppData\Local\Temp\claude\C--Product-CCTV-Agent\39cb66ce-e65a-4fdb-8b59-6b7cc4242e51\scratchpad\demo_deck\icons\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35127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61872" y="35661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logs and error output automatically scrub sensitive values before they’re written anywhere.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26480" y="32918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7" name="Image 3" descr="C:\Users\sathi\AppData\Local\Temp\claude\C--Product-CCTV-Agent\39cb66ce-e65a-4fdb-8b59-6b7cc4242e51\scratchpad\demo_deck\icons\databas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16" y="335127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48272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limits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748272" y="35661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kept for a defined window (90 days by default), archived and pruned on a schedule — not unlimited, forever.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4" descr="C:\Users\sathi\AppData\Local\Temp\claude\C--Product-CCTV-Agent\39cb66ce-e65a-4fdb-8b59-6b7cc4242e51\scratchpad\demo_deck\icons\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476859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61872" y="46725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Secret-scanned by default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61872" y="4983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never live in tracked config files — a pre-commit guard blocks accidental leaks.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26480" y="47091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5" name="Image 5" descr="C:\Users\sathi\AppData\Local\Temp\claude\C--Product-CCTV-Agent\39cb66ce-e65a-4fdb-8b59-6b7cc4242e51\scratchpad\demo_deck\icons\user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916" y="476859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48272" y="46725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by default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748272" y="4983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deployment starts in observe-and-log-only mode until you explicitly approve going live.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verified, and honest about what’s not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tracking (zones, escalation)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2395728"/>
            <a:ext cx="128016" cy="128016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21488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Live-verified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0881360" cy="621792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70632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tracking (motion, tasks)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3017520"/>
            <a:ext cx="128016" cy="128016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0" y="2770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Live-verified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92424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AI chat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3639312"/>
            <a:ext cx="128016" cy="128016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339242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Live-verified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881360" cy="621792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14216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CCTV ingestion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4261104"/>
            <a:ext cx="128016" cy="128016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401421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6360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this site’s real cameras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4882896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46360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access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81360" cy="621792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2578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integration / cash-leak detection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0" y="5504688"/>
            <a:ext cx="128016" cy="128016"/>
          </a:xfrm>
          <a:prstGeom prst="ellipse">
            <a:avLst/>
          </a:prstGeom>
          <a:solidFill>
            <a:srgbClr val="8A93A6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52578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only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1081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Floorwatch runs in shadow mode until you explicitly approve going live — nothing notifies a real employee before then.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walk through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A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12140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coverage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4505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status, an active gap, and the nudge → command → escalate flow.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A5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08152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effort tracking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41071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 task, watching the motion signal, marking it complete.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04164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chat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37083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 real question about a demo shift and reviewing the cited answer.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A5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0017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setup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33095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specific camera/storage setup gets connected — no code required.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come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built — directionally scoped, and gated on decisions we’d make together before any of it starts.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7FC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Integration &amp; Discrepancy Flags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register transactions with camera/motion events to surface mismatches for human review.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7FC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606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SMS Workflow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63440" y="38404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verification flow: alert → text → timer → re-check → confirm or escalate.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7FC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606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Recap &amp; Multi-Site Rollup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2480" y="38404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daily recap, and a portfolio view across multiple locations.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avoid automated dollar-figure loss claims until an accurate, agreed methodology exists.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we’d need from you to go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5" name="Image 0" descr="C:\Users\sathi\AppData\Local\Temp\claude\C--Product-CCTV-Agent\39cb66ce-e65a-4fdb-8b59-6b7cc4242e51\scratchpad\demo_deck\icons\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221422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1305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Camera/storage access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98448" y="245973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four source types this site uses, and read access to it.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502920" cy="50292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9" name="Image 1" descr="C:\Users\sathi\AppData\Local\Temp\claude\C--Product-CCTV-Agent\39cb66ce-e65a-4fdb-8b59-6b7cc4242e51\scratchpad\demo_deck\icons\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860" y="221422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84848" y="21305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window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784848" y="245973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how many days of history should be kept (90-day default).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3" name="Image 2" descr="C:\Users\sathi\AppData\Local\Temp\claude\C--Product-CCTV-Agent\39cb66ce-e65a-4fdb-8b59-6b7cc4242e51\scratchpad\demo_deck\icons\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67726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5935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notice &amp; consent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98448" y="392277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that staff have been informed, per your organization’s policy.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3611880"/>
            <a:ext cx="502920" cy="50292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7" name="Image 3" descr="C:\Users\sathi\AppData\Local\Temp\claude\C--Product-CCTV-Agent\39cb66ce-e65a-4fdb-8b59-6b7cc4242e51\scratchpad\demo_deck\icons\c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860" y="367726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84848" y="35935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decision (optional)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784848" y="392277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needed if you want to pursue Phase 6 — which system, and whether to proceed at all.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thi\AppData\Local\Temp\claude\C--Product-CCTV-Agent\39cb66ce-e65a-4fdb-8b59-6b7cc4242e51\scratchpad\demo_deck\icons\eye_navy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-1097280" y="2377440"/>
            <a:ext cx="4023360" cy="4023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651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86868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68680" y="4160520"/>
            <a:ext cx="502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6126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Floorwatch — AI-Powered Employee Coverage &amp; Effort Monitoring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2026-08-09T01:19:55Z</dcterms:created>
  <dcterms:modified xsi:type="dcterms:W3CDTF">2026-08-09T01:19:55Z</dcterms:modified>
</cp:coreProperties>
</file>